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61" r:id="rId2"/>
    <p:sldId id="649" r:id="rId3"/>
    <p:sldId id="367" r:id="rId4"/>
    <p:sldId id="368" r:id="rId5"/>
    <p:sldId id="64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33" autoAdjust="0"/>
    <p:restoredTop sz="94712" autoAdjust="0"/>
  </p:normalViewPr>
  <p:slideViewPr>
    <p:cSldViewPr>
      <p:cViewPr varScale="1">
        <p:scale>
          <a:sx n="85" d="100"/>
          <a:sy n="85" d="100"/>
        </p:scale>
        <p:origin x="200" y="600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2" d="100"/>
          <a:sy n="82" d="100"/>
        </p:scale>
        <p:origin x="3852" y="78"/>
      </p:cViewPr>
      <p:guideLst/>
    </p:cSldViewPr>
  </p:notesViewPr>
  <p:gridSpacing cx="38100" cy="3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41DB8-B66F-4DC8-A96E-33677E0F90FF}" type="datetimeFigureOut">
              <a:rPr lang="en-US" smtClean="0"/>
              <a:t>4/29/26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4A0D4-B89B-4ADD-AF9E-38636B40E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89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B49C4A-65AC-492D-9701-81B46C3AD0E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869989-EB00-4EE7-BCB5-25BDC5BB2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3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Straight Connector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Straight Connector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Group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Straight Connector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Straight Connector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Straight Connector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oup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Straight Connector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Straight Connector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5" y="1909346"/>
            <a:ext cx="9604310" cy="3383280"/>
          </a:xfrm>
        </p:spPr>
        <p:txBody>
          <a:bodyPr anchor="b">
            <a:normAutofit/>
          </a:bodyPr>
          <a:lstStyle>
            <a:lvl1pPr algn="l">
              <a:lnSpc>
                <a:spcPct val="76000"/>
              </a:lnSpc>
              <a:defRPr sz="8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457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72439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74B5B-21A0-4192-BF4C-38187F1A68D8}" type="datetime1">
              <a:rPr lang="en-US" smtClean="0"/>
              <a:t>4/29/26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Straight Connector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Straight Connector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oup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Straight Connector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oup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41573"/>
            <a:ext cx="9601200" cy="2743200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5431536"/>
            <a:ext cx="9601200" cy="4572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778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CF7C-B333-48E1-A4A6-83A3C8B73AC0}" type="datetime1">
              <a:rPr lang="en-US" smtClean="0"/>
              <a:t>4/29/26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20762-5CBF-4210-AB54-376B091119F8}" type="datetime1">
              <a:rPr lang="en-US" smtClean="0"/>
              <a:t>4/29/26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DB371-BF5F-4058-A212-1A908E4D2674}" type="datetime1">
              <a:rPr lang="en-US" smtClean="0"/>
              <a:t>4/29/26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oup 160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62" name="Straight Connector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Group 177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96" name="Straight Connector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1" name="Group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7" name="Straight Connector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2" name="Straight Connector 20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80" name="Straight Connector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Group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91" name="Straight Connector 190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6" name="Straight Connector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3" name="Footer Placeholder 2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12" name="Date Placeholder 2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083B-90AA-48CF-BAD5-00AA24D7F288}" type="datetime1">
              <a:rPr lang="en-US" smtClean="0"/>
              <a:t>4/29/26</a:t>
            </a:fld>
            <a:endParaRPr lang="en-US"/>
          </a:p>
        </p:txBody>
      </p:sp>
      <p:sp>
        <p:nvSpPr>
          <p:cNvPr id="214" name="Slide Number Placeholder 2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0" name="Straight Connector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Straight Connector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oup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Straight Connector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Rectangle 6"/>
          <p:cNvSpPr/>
          <p:nvPr userDrawn="1"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3152" y="571500"/>
            <a:ext cx="3657600" cy="219710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197" y="571500"/>
            <a:ext cx="6217920" cy="5715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13152" y="2995012"/>
            <a:ext cx="3657600" cy="228595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BAF629-ECA2-4CF3-B790-9D9BDED98269}" type="datetime1">
              <a:rPr lang="en-US" smtClean="0"/>
              <a:pPr/>
              <a:t>4/29/26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9" name="Straight Connector 8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3" name="Straight Connector 42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7" name="Straight Connector 2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Rectangle 5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/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9560" y="576072"/>
            <a:ext cx="3657600" cy="219456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412" y="-159"/>
            <a:ext cx="7315200" cy="685800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9560" y="2999232"/>
            <a:ext cx="3657600" cy="228600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031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A29A4-78C8-47AB-BA06-22CB45938951}" type="datetime1">
              <a:rPr lang="en-US" smtClean="0"/>
              <a:t>4/29/26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09314" y="489856"/>
            <a:ext cx="1687286" cy="53013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9" y="489856"/>
            <a:ext cx="7587344" cy="530134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D4ACF-2D82-46F2-A8E9-23963AA34E86}" type="datetime1">
              <a:rPr lang="en-US" smtClean="0"/>
              <a:t>4/29/26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/>
          <p:cNvGrpSpPr/>
          <p:nvPr userDrawn="1"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97" name="Straight Connector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Group 11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Straight Connector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Group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Straight Connector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Straight Connector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oup 11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Straight Connector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Group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Straight Connector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Straight Connector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48" name="Straight Connector 147"/>
          <p:cNvCxnSpPr/>
          <p:nvPr userDrawn="1"/>
        </p:nvCxnSpPr>
        <p:spPr>
          <a:xfrm>
            <a:off x="609600" y="6172200"/>
            <a:ext cx="109728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B51B2453-8663-4C69-AF73-9FD7B1DEC5D0}" type="datetime1">
              <a:rPr lang="en-US" smtClean="0"/>
              <a:pPr/>
              <a:t>4/29/26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9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9388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78012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4" y="1909346"/>
            <a:ext cx="9907555" cy="3383280"/>
          </a:xfrm>
        </p:spPr>
        <p:txBody>
          <a:bodyPr>
            <a:normAutofit/>
          </a:bodyPr>
          <a:lstStyle/>
          <a:p>
            <a:r>
              <a:rPr lang="en-US" sz="6000" dirty="0"/>
              <a:t>EDES 301</a:t>
            </a:r>
            <a:br>
              <a:rPr lang="en-US" sz="6000" dirty="0"/>
            </a:br>
            <a:br>
              <a:rPr lang="en-US" dirty="0"/>
            </a:br>
            <a:r>
              <a:rPr lang="en-US" sz="6000" dirty="0"/>
              <a:t>PCB Project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1120636"/>
          </a:xfrm>
        </p:spPr>
        <p:txBody>
          <a:bodyPr>
            <a:normAutofit/>
          </a:bodyPr>
          <a:lstStyle/>
          <a:p>
            <a:r>
              <a:rPr lang="en-US" dirty="0"/>
              <a:t>&lt;Name&gt;</a:t>
            </a:r>
          </a:p>
          <a:p>
            <a:endParaRPr lang="en-US" dirty="0"/>
          </a:p>
          <a:p>
            <a:r>
              <a:rPr lang="en-US" dirty="0"/>
              <a:t>Due 05/05/2025 @ 11:59pm</a:t>
            </a:r>
          </a:p>
        </p:txBody>
      </p:sp>
    </p:spTree>
    <p:extLst>
      <p:ext uri="{BB962C8B-B14F-4D97-AF65-F5344CB8AC3E}">
        <p14:creationId xmlns:p14="http://schemas.microsoft.com/office/powerpoint/2010/main" val="106904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39A49-57C9-4BE3-8B38-E944EB819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8AE04-697D-4784-A672-E28DA6A47A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5905500" cy="472439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This device operates two motors to push syringes to act as an automated washing machine for lab use. </a:t>
            </a:r>
          </a:p>
          <a:p>
            <a:pPr marL="0" indent="0">
              <a:buNone/>
            </a:pPr>
            <a:r>
              <a:rPr lang="en-US" dirty="0"/>
              <a:t>You are able to choose how many washing cycles, each cycle consists of a variable amount of liquid dispensed, a 5 minute incubation period, and the reuptake of that liquid into a waste syringe. </a:t>
            </a:r>
          </a:p>
        </p:txBody>
      </p:sp>
      <p:pic>
        <p:nvPicPr>
          <p:cNvPr id="5" name="Picture 4" descr="A cardboard box with wires and syringe on top&#10;&#10;Description automatically generated">
            <a:extLst>
              <a:ext uri="{FF2B5EF4-FFF2-40B4-BE49-F238E27FC236}">
                <a16:creationId xmlns:a16="http://schemas.microsoft.com/office/drawing/2014/main" id="{1BBC88BE-870F-CEA3-8C8A-BF9E6224A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7400" y="495300"/>
            <a:ext cx="4445000" cy="5277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818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39A49-57C9-4BE3-8B38-E944EB819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Bill on Materials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8AE04-697D-4784-A672-E28DA6A47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Hardware:</a:t>
            </a:r>
          </a:p>
          <a:p>
            <a:pPr lvl="1"/>
            <a:r>
              <a:rPr lang="en-US" dirty="0"/>
              <a:t>Seven Segment Display</a:t>
            </a:r>
          </a:p>
          <a:p>
            <a:pPr lvl="1"/>
            <a:r>
              <a:rPr lang="en-US" dirty="0"/>
              <a:t>Four Resisters</a:t>
            </a:r>
          </a:p>
          <a:p>
            <a:pPr lvl="1"/>
            <a:r>
              <a:rPr lang="en-US" dirty="0"/>
              <a:t>Two Buttons (Choose the cycle, start and Stop)</a:t>
            </a:r>
          </a:p>
          <a:p>
            <a:pPr lvl="1"/>
            <a:r>
              <a:rPr lang="en-US" dirty="0"/>
              <a:t>Pocket Beagle </a:t>
            </a:r>
          </a:p>
          <a:p>
            <a:pPr lvl="1"/>
            <a:r>
              <a:rPr lang="en-US" dirty="0"/>
              <a:t>Two Stepper Motors</a:t>
            </a:r>
          </a:p>
          <a:p>
            <a:pPr lvl="1"/>
            <a:r>
              <a:rPr lang="en-US" dirty="0"/>
              <a:t>Two Motor Drivers </a:t>
            </a:r>
          </a:p>
        </p:txBody>
      </p:sp>
    </p:spTree>
    <p:extLst>
      <p:ext uri="{BB962C8B-B14F-4D97-AF65-F5344CB8AC3E}">
        <p14:creationId xmlns:p14="http://schemas.microsoft.com/office/powerpoint/2010/main" val="3519531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B93E4-AB7E-4F3D-B6C5-4ED4B78FA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Block Diagram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1E88871-2568-C0B9-566D-BC9346FC11AB}"/>
              </a:ext>
            </a:extLst>
          </p:cNvPr>
          <p:cNvSpPr/>
          <p:nvPr/>
        </p:nvSpPr>
        <p:spPr>
          <a:xfrm>
            <a:off x="3086101" y="1816459"/>
            <a:ext cx="1752600" cy="316815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Pocket Beagle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DCF4DF9-3874-4A3D-7753-BC3A400A9FE6}"/>
              </a:ext>
            </a:extLst>
          </p:cNvPr>
          <p:cNvSpPr/>
          <p:nvPr/>
        </p:nvSpPr>
        <p:spPr>
          <a:xfrm>
            <a:off x="6422483" y="3992404"/>
            <a:ext cx="1752600" cy="9144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Motor Driver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1C4B9CC-1067-5DCB-4BCE-91E3401E71D1}"/>
              </a:ext>
            </a:extLst>
          </p:cNvPr>
          <p:cNvSpPr/>
          <p:nvPr/>
        </p:nvSpPr>
        <p:spPr>
          <a:xfrm>
            <a:off x="6409354" y="1806351"/>
            <a:ext cx="1752600" cy="9144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Motor Driver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27CBAE4-768D-D9E1-D611-19DD42584464}"/>
              </a:ext>
            </a:extLst>
          </p:cNvPr>
          <p:cNvSpPr/>
          <p:nvPr/>
        </p:nvSpPr>
        <p:spPr>
          <a:xfrm>
            <a:off x="10118183" y="4004847"/>
            <a:ext cx="1752600" cy="9144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Stepper Motor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43E6B84-9A37-7CD1-7F56-29BAE2F95175}"/>
              </a:ext>
            </a:extLst>
          </p:cNvPr>
          <p:cNvSpPr/>
          <p:nvPr/>
        </p:nvSpPr>
        <p:spPr>
          <a:xfrm>
            <a:off x="10105054" y="1818794"/>
            <a:ext cx="1752600" cy="9144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Stepper Motor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90AF5CC-5737-0976-8051-610761C63BF8}"/>
              </a:ext>
            </a:extLst>
          </p:cNvPr>
          <p:cNvCxnSpPr/>
          <p:nvPr/>
        </p:nvCxnSpPr>
        <p:spPr>
          <a:xfrm>
            <a:off x="5029200" y="2263551"/>
            <a:ext cx="10668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C997B4D-D838-A9E0-506B-A1D1DB437503}"/>
              </a:ext>
            </a:extLst>
          </p:cNvPr>
          <p:cNvCxnSpPr/>
          <p:nvPr/>
        </p:nvCxnSpPr>
        <p:spPr>
          <a:xfrm>
            <a:off x="5029200" y="4442442"/>
            <a:ext cx="10668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490B9CD-C5E0-07A1-9B0A-63F7DDAFCB6B}"/>
              </a:ext>
            </a:extLst>
          </p:cNvPr>
          <p:cNvCxnSpPr/>
          <p:nvPr/>
        </p:nvCxnSpPr>
        <p:spPr>
          <a:xfrm>
            <a:off x="8572500" y="2263551"/>
            <a:ext cx="10668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84923E0-7531-1B62-0C62-2C3F356E06B9}"/>
              </a:ext>
            </a:extLst>
          </p:cNvPr>
          <p:cNvCxnSpPr/>
          <p:nvPr/>
        </p:nvCxnSpPr>
        <p:spPr>
          <a:xfrm>
            <a:off x="8570856" y="4387807"/>
            <a:ext cx="10668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ACB66AF-32F6-92CA-77C6-B2619D33F390}"/>
              </a:ext>
            </a:extLst>
          </p:cNvPr>
          <p:cNvSpPr txBox="1"/>
          <p:nvPr/>
        </p:nvSpPr>
        <p:spPr>
          <a:xfrm>
            <a:off x="5430541" y="4073110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E804670-A754-0F5D-6925-8EFF489CC6C6}"/>
              </a:ext>
            </a:extLst>
          </p:cNvPr>
          <p:cNvSpPr txBox="1"/>
          <p:nvPr/>
        </p:nvSpPr>
        <p:spPr>
          <a:xfrm>
            <a:off x="5388819" y="1868725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2148C82-D263-48FC-EE02-01868C8234FE}"/>
              </a:ext>
            </a:extLst>
          </p:cNvPr>
          <p:cNvSpPr txBox="1"/>
          <p:nvPr/>
        </p:nvSpPr>
        <p:spPr>
          <a:xfrm>
            <a:off x="5020647" y="2265266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GPIO x3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AAD178D-26BD-01C8-3DF4-FB268927C744}"/>
              </a:ext>
            </a:extLst>
          </p:cNvPr>
          <p:cNvSpPr txBox="1"/>
          <p:nvPr/>
        </p:nvSpPr>
        <p:spPr>
          <a:xfrm>
            <a:off x="5014551" y="4444431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GPIO x3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51F9A0E5-2C4A-DA87-B8CD-F8BC7D6B6005}"/>
              </a:ext>
            </a:extLst>
          </p:cNvPr>
          <p:cNvSpPr/>
          <p:nvPr/>
        </p:nvSpPr>
        <p:spPr>
          <a:xfrm>
            <a:off x="300524" y="1868725"/>
            <a:ext cx="1752600" cy="9144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 Segment Display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3C9149C-52E3-3ADA-1E73-8BFC48D6B83A}"/>
              </a:ext>
            </a:extLst>
          </p:cNvPr>
          <p:cNvCxnSpPr>
            <a:cxnSpLocks/>
          </p:cNvCxnSpPr>
          <p:nvPr/>
        </p:nvCxnSpPr>
        <p:spPr>
          <a:xfrm flipH="1" flipV="1">
            <a:off x="2286000" y="2325925"/>
            <a:ext cx="571500" cy="512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B38F7757-C533-E763-68E0-2CCA426318AB}"/>
              </a:ext>
            </a:extLst>
          </p:cNvPr>
          <p:cNvSpPr txBox="1"/>
          <p:nvPr/>
        </p:nvSpPr>
        <p:spPr>
          <a:xfrm>
            <a:off x="2209801" y="1816459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I2Cx2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CDA02B7B-67BD-F377-C9AC-D9CF73349142}"/>
              </a:ext>
            </a:extLst>
          </p:cNvPr>
          <p:cNvSpPr/>
          <p:nvPr/>
        </p:nvSpPr>
        <p:spPr>
          <a:xfrm>
            <a:off x="382082" y="3855621"/>
            <a:ext cx="1752600" cy="9144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 x Buttons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318748D-9680-3E85-3028-F932DBAFB5C1}"/>
              </a:ext>
            </a:extLst>
          </p:cNvPr>
          <p:cNvCxnSpPr>
            <a:cxnSpLocks/>
          </p:cNvCxnSpPr>
          <p:nvPr/>
        </p:nvCxnSpPr>
        <p:spPr>
          <a:xfrm flipH="1" flipV="1">
            <a:off x="2272307" y="4462048"/>
            <a:ext cx="571500" cy="512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82366598-045E-DEE2-FB85-559D4F1A5583}"/>
              </a:ext>
            </a:extLst>
          </p:cNvPr>
          <p:cNvSpPr txBox="1"/>
          <p:nvPr/>
        </p:nvSpPr>
        <p:spPr>
          <a:xfrm>
            <a:off x="2073817" y="3955609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GPIO x3</a:t>
            </a:r>
          </a:p>
        </p:txBody>
      </p:sp>
    </p:spTree>
    <p:extLst>
      <p:ext uri="{BB962C8B-B14F-4D97-AF65-F5344CB8AC3E}">
        <p14:creationId xmlns:p14="http://schemas.microsoft.com/office/powerpoint/2010/main" val="140782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180C6-AA0A-4ECF-9541-CCAFC7CAE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482" y="129015"/>
            <a:ext cx="10972800" cy="914401"/>
          </a:xfrm>
        </p:spPr>
        <p:txBody>
          <a:bodyPr anchor="t"/>
          <a:lstStyle/>
          <a:p>
            <a:r>
              <a:rPr lang="en-US" dirty="0"/>
              <a:t>Mechanical Drawing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A3A45F3-BFA3-4D55-A8FE-B5142100AC62}"/>
              </a:ext>
            </a:extLst>
          </p:cNvPr>
          <p:cNvSpPr txBox="1"/>
          <p:nvPr/>
        </p:nvSpPr>
        <p:spPr>
          <a:xfrm>
            <a:off x="2837511" y="5382242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FRONT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F471EFC-E8D5-48D9-82C4-2134548FBF50}"/>
              </a:ext>
            </a:extLst>
          </p:cNvPr>
          <p:cNvSpPr txBox="1"/>
          <p:nvPr/>
        </p:nvSpPr>
        <p:spPr>
          <a:xfrm>
            <a:off x="8621268" y="5382242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BACK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497C87-CBC8-BF2C-F983-054278076F53}"/>
              </a:ext>
            </a:extLst>
          </p:cNvPr>
          <p:cNvSpPr/>
          <p:nvPr/>
        </p:nvSpPr>
        <p:spPr>
          <a:xfrm>
            <a:off x="963168" y="1638300"/>
            <a:ext cx="4572000" cy="3048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i="1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02A589F-8B24-ABFB-3575-87E5DECB68F3}"/>
              </a:ext>
            </a:extLst>
          </p:cNvPr>
          <p:cNvSpPr/>
          <p:nvPr/>
        </p:nvSpPr>
        <p:spPr>
          <a:xfrm>
            <a:off x="6449568" y="1638300"/>
            <a:ext cx="4572000" cy="3048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i="1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0B9F4D8-234D-389E-D17E-82F53B64103F}"/>
              </a:ext>
            </a:extLst>
          </p:cNvPr>
          <p:cNvSpPr/>
          <p:nvPr/>
        </p:nvSpPr>
        <p:spPr>
          <a:xfrm>
            <a:off x="1322478" y="344805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Button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62939A5-3AB2-70DF-58F9-C493673E1C21}"/>
              </a:ext>
            </a:extLst>
          </p:cNvPr>
          <p:cNvSpPr/>
          <p:nvPr/>
        </p:nvSpPr>
        <p:spPr>
          <a:xfrm>
            <a:off x="3396145" y="344805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Button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F333FA2-1289-CD77-38AC-11F4F7BFAB2D}"/>
              </a:ext>
            </a:extLst>
          </p:cNvPr>
          <p:cNvSpPr/>
          <p:nvPr/>
        </p:nvSpPr>
        <p:spPr>
          <a:xfrm>
            <a:off x="1181100" y="1981201"/>
            <a:ext cx="3048000" cy="1143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Seven Segment Display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88FCF59-A2A1-924A-7D39-4C0E3DEAE5B4}"/>
              </a:ext>
            </a:extLst>
          </p:cNvPr>
          <p:cNvSpPr/>
          <p:nvPr/>
        </p:nvSpPr>
        <p:spPr>
          <a:xfrm>
            <a:off x="7440752" y="1710166"/>
            <a:ext cx="3352800" cy="190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Pocket Beagle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EFE950D-1089-B2D2-A1F1-413145EBB551}"/>
              </a:ext>
            </a:extLst>
          </p:cNvPr>
          <p:cNvSpPr txBox="1"/>
          <p:nvPr/>
        </p:nvSpPr>
        <p:spPr>
          <a:xfrm rot="16200000">
            <a:off x="10267641" y="2464677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USB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9132FAE-1F09-8013-C120-D8813C363388}"/>
              </a:ext>
            </a:extLst>
          </p:cNvPr>
          <p:cNvSpPr/>
          <p:nvPr/>
        </p:nvSpPr>
        <p:spPr>
          <a:xfrm>
            <a:off x="4545152" y="3428999"/>
            <a:ext cx="3048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4B798E4-FC2E-E4F4-1042-5A149DC6B21C}"/>
              </a:ext>
            </a:extLst>
          </p:cNvPr>
          <p:cNvSpPr/>
          <p:nvPr/>
        </p:nvSpPr>
        <p:spPr>
          <a:xfrm>
            <a:off x="2514423" y="3448050"/>
            <a:ext cx="3048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745B1FE-1477-2206-7E03-CF6670C4DD63}"/>
              </a:ext>
            </a:extLst>
          </p:cNvPr>
          <p:cNvSpPr/>
          <p:nvPr/>
        </p:nvSpPr>
        <p:spPr>
          <a:xfrm>
            <a:off x="4778503" y="1981199"/>
            <a:ext cx="3048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4BDC620-ABE3-1416-AD43-7055C149B2F8}"/>
              </a:ext>
            </a:extLst>
          </p:cNvPr>
          <p:cNvSpPr/>
          <p:nvPr/>
        </p:nvSpPr>
        <p:spPr>
          <a:xfrm>
            <a:off x="4800308" y="2510266"/>
            <a:ext cx="3048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7C98C05-8A9A-4A9C-272A-053405747EB4}"/>
              </a:ext>
            </a:extLst>
          </p:cNvPr>
          <p:cNvSpPr/>
          <p:nvPr/>
        </p:nvSpPr>
        <p:spPr>
          <a:xfrm>
            <a:off x="7706868" y="3668744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Driver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191509C-07AE-804F-B14B-2F03FD68BC4B}"/>
              </a:ext>
            </a:extLst>
          </p:cNvPr>
          <p:cNvSpPr/>
          <p:nvPr/>
        </p:nvSpPr>
        <p:spPr>
          <a:xfrm>
            <a:off x="6526352" y="3668744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Driver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D6F45B9E-645A-6138-2ABA-6A5C4702A017}"/>
              </a:ext>
            </a:extLst>
          </p:cNvPr>
          <p:cNvCxnSpPr>
            <a:cxnSpLocks/>
          </p:cNvCxnSpPr>
          <p:nvPr/>
        </p:nvCxnSpPr>
        <p:spPr>
          <a:xfrm>
            <a:off x="952500" y="1409700"/>
            <a:ext cx="1828800" cy="0"/>
          </a:xfrm>
          <a:prstGeom prst="line">
            <a:avLst/>
          </a:prstGeom>
          <a:ln w="1270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53B525F-4B09-5696-E631-6A4EE97EA42B}"/>
              </a:ext>
            </a:extLst>
          </p:cNvPr>
          <p:cNvCxnSpPr>
            <a:cxnSpLocks/>
          </p:cNvCxnSpPr>
          <p:nvPr/>
        </p:nvCxnSpPr>
        <p:spPr>
          <a:xfrm>
            <a:off x="3695700" y="1409700"/>
            <a:ext cx="1828800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DDACC57-D872-E944-1B5F-CC674040BC0B}"/>
              </a:ext>
            </a:extLst>
          </p:cNvPr>
          <p:cNvCxnSpPr/>
          <p:nvPr/>
        </p:nvCxnSpPr>
        <p:spPr>
          <a:xfrm>
            <a:off x="5524500" y="1333500"/>
            <a:ext cx="0" cy="1524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62901FA-D20E-12D4-DBA9-E309459C9380}"/>
              </a:ext>
            </a:extLst>
          </p:cNvPr>
          <p:cNvCxnSpPr>
            <a:cxnSpLocks/>
          </p:cNvCxnSpPr>
          <p:nvPr/>
        </p:nvCxnSpPr>
        <p:spPr>
          <a:xfrm>
            <a:off x="952500" y="1333500"/>
            <a:ext cx="0" cy="1524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DE18F040-7A5B-33F7-9528-4EB9BD051015}"/>
              </a:ext>
            </a:extLst>
          </p:cNvPr>
          <p:cNvSpPr txBox="1"/>
          <p:nvPr/>
        </p:nvSpPr>
        <p:spPr>
          <a:xfrm>
            <a:off x="3086100" y="1257300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3”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8739AC09-ECD1-AB21-BD8A-2CB42B51DB45}"/>
              </a:ext>
            </a:extLst>
          </p:cNvPr>
          <p:cNvCxnSpPr>
            <a:cxnSpLocks/>
          </p:cNvCxnSpPr>
          <p:nvPr/>
        </p:nvCxnSpPr>
        <p:spPr>
          <a:xfrm>
            <a:off x="5753100" y="1638300"/>
            <a:ext cx="0" cy="1295400"/>
          </a:xfrm>
          <a:prstGeom prst="line">
            <a:avLst/>
          </a:prstGeom>
          <a:ln w="1270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C098C20-818F-CD12-5D3D-4A8196EA9D01}"/>
              </a:ext>
            </a:extLst>
          </p:cNvPr>
          <p:cNvCxnSpPr>
            <a:cxnSpLocks/>
          </p:cNvCxnSpPr>
          <p:nvPr/>
        </p:nvCxnSpPr>
        <p:spPr>
          <a:xfrm>
            <a:off x="5676900" y="1638300"/>
            <a:ext cx="152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3953ED89-3791-71A6-22DF-31A3A8E876F6}"/>
              </a:ext>
            </a:extLst>
          </p:cNvPr>
          <p:cNvCxnSpPr>
            <a:cxnSpLocks/>
          </p:cNvCxnSpPr>
          <p:nvPr/>
        </p:nvCxnSpPr>
        <p:spPr>
          <a:xfrm flipV="1">
            <a:off x="5753100" y="3390900"/>
            <a:ext cx="0" cy="1295400"/>
          </a:xfrm>
          <a:prstGeom prst="line">
            <a:avLst/>
          </a:prstGeom>
          <a:ln w="1270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2155CA0A-22EF-D7F0-E978-2DCC328D0E60}"/>
              </a:ext>
            </a:extLst>
          </p:cNvPr>
          <p:cNvSpPr txBox="1"/>
          <p:nvPr/>
        </p:nvSpPr>
        <p:spPr>
          <a:xfrm>
            <a:off x="5600700" y="3009900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2”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275D87EE-6A3D-15A0-6973-0D0DDA9D0A9B}"/>
              </a:ext>
            </a:extLst>
          </p:cNvPr>
          <p:cNvCxnSpPr>
            <a:cxnSpLocks/>
          </p:cNvCxnSpPr>
          <p:nvPr/>
        </p:nvCxnSpPr>
        <p:spPr>
          <a:xfrm>
            <a:off x="5676900" y="4686300"/>
            <a:ext cx="152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5144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iamond Grid 16x9">
  <a:themeElements>
    <a:clrScheme name="Custom 3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000000"/>
      </a:hlink>
      <a:folHlink>
        <a:srgbClr val="9F6715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siness diamond grid presentation (widescreen).potx" id="{B2221865-AD13-4DF0-B68E-BF08E8CC5659}" vid="{BAA0C488-98B6-4F47-8E1C-5C7CD9605F73}"/>
    </a:ext>
  </a:extLst>
</a:theme>
</file>

<file path=ppt/theme/theme2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diamond grid presentation (widescreen)</Template>
  <TotalTime>8712</TotalTime>
  <Words>147</Words>
  <Application>Microsoft Macintosh PowerPoint</Application>
  <PresentationFormat>Widescreen</PresentationFormat>
  <Paragraphs>41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Arial</vt:lpstr>
      <vt:lpstr>Diamond Grid 16x9</vt:lpstr>
      <vt:lpstr>EDES 301  PCB Project</vt:lpstr>
      <vt:lpstr>Background Information</vt:lpstr>
      <vt:lpstr>Bill on Materials</vt:lpstr>
      <vt:lpstr>System Block Diagram</vt:lpstr>
      <vt:lpstr>Mechanical Drawing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Layout</dc:title>
  <dc:creator>Erik Welsh</dc:creator>
  <cp:lastModifiedBy>Miller Harris</cp:lastModifiedBy>
  <cp:revision>425</cp:revision>
  <dcterms:created xsi:type="dcterms:W3CDTF">2018-01-09T20:24:50Z</dcterms:created>
  <dcterms:modified xsi:type="dcterms:W3CDTF">2026-04-30T01:21:13Z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