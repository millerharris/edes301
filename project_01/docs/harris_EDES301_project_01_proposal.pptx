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46" autoAdjust="0"/>
    <p:restoredTop sz="94693" autoAdjust="0"/>
  </p:normalViewPr>
  <p:slideViewPr>
    <p:cSldViewPr>
      <p:cViewPr varScale="1">
        <p:scale>
          <a:sx n="76" d="100"/>
          <a:sy n="76" d="100"/>
        </p:scale>
        <p:origin x="200" y="66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57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2/22/26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2/22/26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2/22/26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2/22/26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2/22/26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Automated Western Blot Washing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February 22, 2026</a:t>
            </a:r>
          </a:p>
          <a:p>
            <a:r>
              <a:rPr lang="en-US" dirty="0"/>
              <a:t>Miller Harris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work in a lab here at Rice, and so much time is wasted in washing protocols which are simple and relatively mindless tasks that require repeated washing, shaking, and draining 3 times for 5 minutes </a:t>
            </a:r>
          </a:p>
          <a:p>
            <a:pPr lvl="1"/>
            <a:r>
              <a:rPr lang="en-US" dirty="0"/>
              <a:t>It would be far easier to set it once for 15 minutes, and in lab settings, allow you to prep something else in the meantime</a:t>
            </a:r>
          </a:p>
          <a:p>
            <a:endParaRPr lang="en-US" dirty="0"/>
          </a:p>
        </p:txBody>
      </p:sp>
      <p:pic>
        <p:nvPicPr>
          <p:cNvPr id="6" name="Picture 5" descr="A screenshot of a device&#10;&#10;Description automatically generated">
            <a:extLst>
              <a:ext uri="{FF2B5EF4-FFF2-40B4-BE49-F238E27FC236}">
                <a16:creationId xmlns:a16="http://schemas.microsoft.com/office/drawing/2014/main" id="{10FCE44A-C5F1-C76D-597A-61AF418E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238498"/>
            <a:ext cx="3033609" cy="2933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5D6BC-ECFD-90B8-371D-4F36FD637180}"/>
              </a:ext>
            </a:extLst>
          </p:cNvPr>
          <p:cNvSpPr txBox="1"/>
          <p:nvPr/>
        </p:nvSpPr>
        <p:spPr>
          <a:xfrm>
            <a:off x="3983394" y="624287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www.hackster.io</a:t>
            </a:r>
            <a:r>
              <a:rPr lang="en-US" dirty="0"/>
              <a:t>/</a:t>
            </a:r>
            <a:r>
              <a:rPr lang="en-US" dirty="0" err="1"/>
              <a:t>ericmgf</a:t>
            </a:r>
            <a:r>
              <a:rPr lang="en-US" dirty="0"/>
              <a:t>/syringe-drive-2884a5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18D4F-E7E5-87CE-FB29-DF5E613F8A66}"/>
              </a:ext>
            </a:extLst>
          </p:cNvPr>
          <p:cNvSpPr txBox="1">
            <a:spLocks/>
          </p:cNvSpPr>
          <p:nvPr/>
        </p:nvSpPr>
        <p:spPr>
          <a:xfrm>
            <a:off x="3958512" y="2861075"/>
            <a:ext cx="4495800" cy="1439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For liquid supply and disposal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E88871-2568-C0B9-566D-BC9346FC11AB}"/>
              </a:ext>
            </a:extLst>
          </p:cNvPr>
          <p:cNvSpPr/>
          <p:nvPr/>
        </p:nvSpPr>
        <p:spPr>
          <a:xfrm>
            <a:off x="3086101" y="1816459"/>
            <a:ext cx="1752600" cy="3168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CF4DF9-3874-4A3D-7753-BC3A400A9FE6}"/>
              </a:ext>
            </a:extLst>
          </p:cNvPr>
          <p:cNvSpPr/>
          <p:nvPr/>
        </p:nvSpPr>
        <p:spPr>
          <a:xfrm>
            <a:off x="6424127" y="2979573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030BA7-CAB3-8B79-E2BF-8F9E1B550615}"/>
              </a:ext>
            </a:extLst>
          </p:cNvPr>
          <p:cNvSpPr/>
          <p:nvPr/>
        </p:nvSpPr>
        <p:spPr>
          <a:xfrm>
            <a:off x="6424127" y="4124805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C4B9CC-1067-5DCB-4BCE-91E3401E71D1}"/>
              </a:ext>
            </a:extLst>
          </p:cNvPr>
          <p:cNvSpPr/>
          <p:nvPr/>
        </p:nvSpPr>
        <p:spPr>
          <a:xfrm>
            <a:off x="6409354" y="180635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7CBAE4-768D-D9E1-D611-19DD42584464}"/>
              </a:ext>
            </a:extLst>
          </p:cNvPr>
          <p:cNvSpPr/>
          <p:nvPr/>
        </p:nvSpPr>
        <p:spPr>
          <a:xfrm>
            <a:off x="10119827" y="2992016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508FF1-287F-E7EF-ED45-8D9B03CE042E}"/>
              </a:ext>
            </a:extLst>
          </p:cNvPr>
          <p:cNvSpPr/>
          <p:nvPr/>
        </p:nvSpPr>
        <p:spPr>
          <a:xfrm>
            <a:off x="10119827" y="4137248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43E6B84-9A37-7CD1-7F56-29BAE2F95175}"/>
              </a:ext>
            </a:extLst>
          </p:cNvPr>
          <p:cNvSpPr/>
          <p:nvPr/>
        </p:nvSpPr>
        <p:spPr>
          <a:xfrm>
            <a:off x="10105054" y="1818794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0AF5CC-5737-0976-8051-610761C63BF8}"/>
              </a:ext>
            </a:extLst>
          </p:cNvPr>
          <p:cNvCxnSpPr/>
          <p:nvPr/>
        </p:nvCxnSpPr>
        <p:spPr>
          <a:xfrm>
            <a:off x="50292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C61AE9-B179-4F17-3FA0-1AA26ABFA433}"/>
              </a:ext>
            </a:extLst>
          </p:cNvPr>
          <p:cNvCxnSpPr/>
          <p:nvPr/>
        </p:nvCxnSpPr>
        <p:spPr>
          <a:xfrm>
            <a:off x="5029200" y="4582005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997B4D-D838-A9E0-506B-A1D1DB437503}"/>
              </a:ext>
            </a:extLst>
          </p:cNvPr>
          <p:cNvCxnSpPr/>
          <p:nvPr/>
        </p:nvCxnSpPr>
        <p:spPr>
          <a:xfrm>
            <a:off x="5029200" y="3374976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90B9CD-C5E0-07A1-9B0A-63F7DDAFCB6B}"/>
              </a:ext>
            </a:extLst>
          </p:cNvPr>
          <p:cNvCxnSpPr/>
          <p:nvPr/>
        </p:nvCxnSpPr>
        <p:spPr>
          <a:xfrm>
            <a:off x="85725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CD64B5-AB8B-CFF8-99ED-C1DD18FA298B}"/>
              </a:ext>
            </a:extLst>
          </p:cNvPr>
          <p:cNvCxnSpPr/>
          <p:nvPr/>
        </p:nvCxnSpPr>
        <p:spPr>
          <a:xfrm>
            <a:off x="8572500" y="4582005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4923E0-7531-1B62-0C62-2C3F356E06B9}"/>
              </a:ext>
            </a:extLst>
          </p:cNvPr>
          <p:cNvCxnSpPr/>
          <p:nvPr/>
        </p:nvCxnSpPr>
        <p:spPr>
          <a:xfrm>
            <a:off x="8572500" y="3374976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CB66AF-32F6-92CA-77C6-B2619D33F390}"/>
              </a:ext>
            </a:extLst>
          </p:cNvPr>
          <p:cNvSpPr txBox="1"/>
          <p:nvPr/>
        </p:nvSpPr>
        <p:spPr>
          <a:xfrm>
            <a:off x="5421864" y="297967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804670-A754-0F5D-6925-8EFF489CC6C6}"/>
              </a:ext>
            </a:extLst>
          </p:cNvPr>
          <p:cNvSpPr txBox="1"/>
          <p:nvPr/>
        </p:nvSpPr>
        <p:spPr>
          <a:xfrm>
            <a:off x="5388819" y="186872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88028-4443-32A7-0F5E-A363893A7186}"/>
              </a:ext>
            </a:extLst>
          </p:cNvPr>
          <p:cNvSpPr txBox="1"/>
          <p:nvPr/>
        </p:nvSpPr>
        <p:spPr>
          <a:xfrm>
            <a:off x="5421864" y="419189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148C82-D263-48FC-EE02-01868C8234FE}"/>
              </a:ext>
            </a:extLst>
          </p:cNvPr>
          <p:cNvSpPr txBox="1"/>
          <p:nvPr/>
        </p:nvSpPr>
        <p:spPr>
          <a:xfrm>
            <a:off x="5020647" y="226526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AD178D-26BD-01C8-3DF4-FB268927C744}"/>
              </a:ext>
            </a:extLst>
          </p:cNvPr>
          <p:cNvSpPr txBox="1"/>
          <p:nvPr/>
        </p:nvSpPr>
        <p:spPr>
          <a:xfrm>
            <a:off x="5005874" y="335099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44C433-63F8-F931-5A02-F95347A2349A}"/>
              </a:ext>
            </a:extLst>
          </p:cNvPr>
          <p:cNvSpPr txBox="1"/>
          <p:nvPr/>
        </p:nvSpPr>
        <p:spPr>
          <a:xfrm>
            <a:off x="5005874" y="462357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1F9A0E5-2C4A-DA87-B8CD-F8BC7D6B6005}"/>
              </a:ext>
            </a:extLst>
          </p:cNvPr>
          <p:cNvSpPr/>
          <p:nvPr/>
        </p:nvSpPr>
        <p:spPr>
          <a:xfrm>
            <a:off x="300524" y="1868725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Segment Display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C9149C-52E3-3ADA-1E73-8BFC48D6B83A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2325925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38F7757-C533-E763-68E0-2CCA426318AB}"/>
              </a:ext>
            </a:extLst>
          </p:cNvPr>
          <p:cNvSpPr txBox="1"/>
          <p:nvPr/>
        </p:nvSpPr>
        <p:spPr>
          <a:xfrm>
            <a:off x="2209801" y="181645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I2Cx2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DA02B7B-67BD-F377-C9AC-D9CF73349142}"/>
              </a:ext>
            </a:extLst>
          </p:cNvPr>
          <p:cNvSpPr/>
          <p:nvPr/>
        </p:nvSpPr>
        <p:spPr>
          <a:xfrm>
            <a:off x="382082" y="385562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x Buttons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18748D-9680-3E85-3028-F932DBAFB5C1}"/>
              </a:ext>
            </a:extLst>
          </p:cNvPr>
          <p:cNvCxnSpPr>
            <a:cxnSpLocks/>
          </p:cNvCxnSpPr>
          <p:nvPr/>
        </p:nvCxnSpPr>
        <p:spPr>
          <a:xfrm flipH="1" flipV="1">
            <a:off x="2272307" y="4462048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2366598-045E-DEE2-FB85-559D4F1A5583}"/>
              </a:ext>
            </a:extLst>
          </p:cNvPr>
          <p:cNvSpPr txBox="1"/>
          <p:nvPr/>
        </p:nvSpPr>
        <p:spPr>
          <a:xfrm>
            <a:off x="2073817" y="395560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95255"/>
            <a:ext cx="4448370" cy="914401"/>
          </a:xfrm>
        </p:spPr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8AF3C5-A7CC-6C97-56E3-D06CC424B57B}"/>
              </a:ext>
            </a:extLst>
          </p:cNvPr>
          <p:cNvSpPr/>
          <p:nvPr/>
        </p:nvSpPr>
        <p:spPr>
          <a:xfrm>
            <a:off x="8086919" y="1333503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V supply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2E769D-6366-1412-2517-4401E060A0B2}"/>
              </a:ext>
            </a:extLst>
          </p:cNvPr>
          <p:cNvSpPr/>
          <p:nvPr/>
        </p:nvSpPr>
        <p:spPr>
          <a:xfrm>
            <a:off x="10154039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88A10A-35F9-01B1-8155-7D87CB87CD6A}"/>
              </a:ext>
            </a:extLst>
          </p:cNvPr>
          <p:cNvSpPr/>
          <p:nvPr/>
        </p:nvSpPr>
        <p:spPr>
          <a:xfrm>
            <a:off x="8086919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22D6841-F25F-D92C-32D9-D0EAADD8AA22}"/>
              </a:ext>
            </a:extLst>
          </p:cNvPr>
          <p:cNvSpPr/>
          <p:nvPr/>
        </p:nvSpPr>
        <p:spPr>
          <a:xfrm>
            <a:off x="6019800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C9740A-7CC7-A0AE-9569-6083873FC056}"/>
              </a:ext>
            </a:extLst>
          </p:cNvPr>
          <p:cNvSpPr/>
          <p:nvPr/>
        </p:nvSpPr>
        <p:spPr>
          <a:xfrm>
            <a:off x="10154039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A99D13-8463-33A1-FB3A-8D1FE029C430}"/>
              </a:ext>
            </a:extLst>
          </p:cNvPr>
          <p:cNvSpPr/>
          <p:nvPr/>
        </p:nvSpPr>
        <p:spPr>
          <a:xfrm>
            <a:off x="8086919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44B8E6-4C60-F7B6-2FD8-A3FAF28C78BD}"/>
              </a:ext>
            </a:extLst>
          </p:cNvPr>
          <p:cNvSpPr/>
          <p:nvPr/>
        </p:nvSpPr>
        <p:spPr>
          <a:xfrm>
            <a:off x="6019800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E7EFC3-1947-F918-117E-6F77112D531F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8963219" y="220980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0D21EE-57FC-43C9-5B3D-458FC3671C6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896100" y="2194249"/>
            <a:ext cx="2067119" cy="79660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337067-1630-70B1-EBCF-405906F59AA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963219" y="2209803"/>
            <a:ext cx="206712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C797FA-1081-0690-380F-BACD5B5879B1}"/>
              </a:ext>
            </a:extLst>
          </p:cNvPr>
          <p:cNvCxnSpPr/>
          <p:nvPr/>
        </p:nvCxnSpPr>
        <p:spPr>
          <a:xfrm>
            <a:off x="8963219" y="398145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D727CC-0994-AFB7-D603-328F179538A0}"/>
              </a:ext>
            </a:extLst>
          </p:cNvPr>
          <p:cNvCxnSpPr/>
          <p:nvPr/>
        </p:nvCxnSpPr>
        <p:spPr>
          <a:xfrm>
            <a:off x="11030339" y="398145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EB655C-4469-F000-1ACA-3067FA6D8E13}"/>
              </a:ext>
            </a:extLst>
          </p:cNvPr>
          <p:cNvCxnSpPr/>
          <p:nvPr/>
        </p:nvCxnSpPr>
        <p:spPr>
          <a:xfrm>
            <a:off x="6896100" y="3867150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AF11CB8-6486-F87D-B603-155DF2CCBACB}"/>
              </a:ext>
            </a:extLst>
          </p:cNvPr>
          <p:cNvSpPr txBox="1"/>
          <p:nvPr/>
        </p:nvSpPr>
        <p:spPr>
          <a:xfrm>
            <a:off x="7234529" y="223099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B32375-2937-73AE-A6F9-502F1671FA1A}"/>
              </a:ext>
            </a:extLst>
          </p:cNvPr>
          <p:cNvSpPr txBox="1"/>
          <p:nvPr/>
        </p:nvSpPr>
        <p:spPr>
          <a:xfrm>
            <a:off x="8929979" y="247786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3C78B3-1437-6E43-F050-F040D799C215}"/>
              </a:ext>
            </a:extLst>
          </p:cNvPr>
          <p:cNvSpPr txBox="1"/>
          <p:nvPr/>
        </p:nvSpPr>
        <p:spPr>
          <a:xfrm>
            <a:off x="9806279" y="2216996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2462D9-39D6-8DF5-7CE7-E736905F7C4B}"/>
              </a:ext>
            </a:extLst>
          </p:cNvPr>
          <p:cNvSpPr txBox="1"/>
          <p:nvPr/>
        </p:nvSpPr>
        <p:spPr>
          <a:xfrm>
            <a:off x="11057845" y="411112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1885D-4014-C719-6925-13115F3D7598}"/>
              </a:ext>
            </a:extLst>
          </p:cNvPr>
          <p:cNvSpPr txBox="1"/>
          <p:nvPr/>
        </p:nvSpPr>
        <p:spPr>
          <a:xfrm>
            <a:off x="8975271" y="412222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77472-6A25-DAD4-11D2-E26D7D93FD1B}"/>
              </a:ext>
            </a:extLst>
          </p:cNvPr>
          <p:cNvSpPr txBox="1"/>
          <p:nvPr/>
        </p:nvSpPr>
        <p:spPr>
          <a:xfrm>
            <a:off x="6908153" y="4128022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519178-BA2B-721C-B9AD-D89F792F5ACC}"/>
              </a:ext>
            </a:extLst>
          </p:cNvPr>
          <p:cNvSpPr/>
          <p:nvPr/>
        </p:nvSpPr>
        <p:spPr>
          <a:xfrm>
            <a:off x="604546" y="2847192"/>
            <a:ext cx="1752600" cy="1633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68A3E19-62E0-9A08-E65A-1E162F968FA7}"/>
              </a:ext>
            </a:extLst>
          </p:cNvPr>
          <p:cNvCxnSpPr>
            <a:cxnSpLocks/>
          </p:cNvCxnSpPr>
          <p:nvPr/>
        </p:nvCxnSpPr>
        <p:spPr>
          <a:xfrm>
            <a:off x="2552700" y="3285343"/>
            <a:ext cx="315258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AE86A55-307E-83B7-664F-878291C02D92}"/>
              </a:ext>
            </a:extLst>
          </p:cNvPr>
          <p:cNvCxnSpPr>
            <a:cxnSpLocks/>
          </p:cNvCxnSpPr>
          <p:nvPr/>
        </p:nvCxnSpPr>
        <p:spPr>
          <a:xfrm>
            <a:off x="2671666" y="2892459"/>
            <a:ext cx="5415253" cy="399882"/>
          </a:xfrm>
          <a:prstGeom prst="bentConnector3">
            <a:avLst>
              <a:gd name="adj1" fmla="val 9652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FDC8B42F-E032-B3AC-89DB-9442A93A0F59}"/>
              </a:ext>
            </a:extLst>
          </p:cNvPr>
          <p:cNvCxnSpPr>
            <a:cxnSpLocks/>
          </p:cNvCxnSpPr>
          <p:nvPr/>
        </p:nvCxnSpPr>
        <p:spPr>
          <a:xfrm flipV="1">
            <a:off x="2552700" y="3565659"/>
            <a:ext cx="7601339" cy="466713"/>
          </a:xfrm>
          <a:prstGeom prst="bentConnector3">
            <a:avLst>
              <a:gd name="adj1" fmla="val 976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5F7F9E0-4FE1-26CF-7BF4-D94E48E7C1E6}"/>
              </a:ext>
            </a:extLst>
          </p:cNvPr>
          <p:cNvSpPr txBox="1"/>
          <p:nvPr/>
        </p:nvSpPr>
        <p:spPr>
          <a:xfrm>
            <a:off x="3379432" y="2360646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E294B2-B7FF-76FB-CE9D-EB911D6FF241}"/>
              </a:ext>
            </a:extLst>
          </p:cNvPr>
          <p:cNvSpPr txBox="1"/>
          <p:nvPr/>
        </p:nvSpPr>
        <p:spPr>
          <a:xfrm>
            <a:off x="3340655" y="2942256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AEC85E-AB30-B8E4-649B-247AB8DA3FC4}"/>
              </a:ext>
            </a:extLst>
          </p:cNvPr>
          <p:cNvSpPr txBox="1"/>
          <p:nvPr/>
        </p:nvSpPr>
        <p:spPr>
          <a:xfrm>
            <a:off x="3217704" y="3685225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85DF78E-F4F2-A015-49BA-C733A42269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33502" y="1707966"/>
            <a:ext cx="6629399" cy="1022012"/>
          </a:xfrm>
          <a:prstGeom prst="bentConnector3">
            <a:avLst>
              <a:gd name="adj1" fmla="val 100064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EA773E3-F809-98B9-71B2-7381EA41239D}"/>
              </a:ext>
            </a:extLst>
          </p:cNvPr>
          <p:cNvSpPr txBox="1"/>
          <p:nvPr/>
        </p:nvSpPr>
        <p:spPr>
          <a:xfrm>
            <a:off x="2121647" y="13386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A556F37-6D7D-6D24-ED63-2C217DA2DD4D}"/>
              </a:ext>
            </a:extLst>
          </p:cNvPr>
          <p:cNvSpPr/>
          <p:nvPr/>
        </p:nvSpPr>
        <p:spPr>
          <a:xfrm>
            <a:off x="360580" y="4991100"/>
            <a:ext cx="1752600" cy="1122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Segment Display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35C884A-FDF7-AD90-E0E3-FB048C1F0AD7}"/>
              </a:ext>
            </a:extLst>
          </p:cNvPr>
          <p:cNvSpPr/>
          <p:nvPr/>
        </p:nvSpPr>
        <p:spPr>
          <a:xfrm>
            <a:off x="2627153" y="4991100"/>
            <a:ext cx="1752600" cy="1122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x Buttons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2B54F47-5FFA-88E8-6036-1D5E0DC143CF}"/>
              </a:ext>
            </a:extLst>
          </p:cNvPr>
          <p:cNvCxnSpPr/>
          <p:nvPr/>
        </p:nvCxnSpPr>
        <p:spPr>
          <a:xfrm>
            <a:off x="1066800" y="4588926"/>
            <a:ext cx="0" cy="3471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93C45F0-1514-2C87-775D-F5005C153378}"/>
              </a:ext>
            </a:extLst>
          </p:cNvPr>
          <p:cNvCxnSpPr>
            <a:cxnSpLocks/>
          </p:cNvCxnSpPr>
          <p:nvPr/>
        </p:nvCxnSpPr>
        <p:spPr>
          <a:xfrm>
            <a:off x="2357146" y="4576225"/>
            <a:ext cx="393151" cy="35984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B94F460-D385-94D2-DCDB-E34E3ECA8BC6}"/>
              </a:ext>
            </a:extLst>
          </p:cNvPr>
          <p:cNvSpPr txBox="1"/>
          <p:nvPr/>
        </p:nvSpPr>
        <p:spPr>
          <a:xfrm>
            <a:off x="1047124" y="4491552"/>
            <a:ext cx="743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3.3V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95DEDF-1766-C7AD-1E41-D6E246E0D489}"/>
              </a:ext>
            </a:extLst>
          </p:cNvPr>
          <p:cNvSpPr txBox="1"/>
          <p:nvPr/>
        </p:nvSpPr>
        <p:spPr>
          <a:xfrm>
            <a:off x="2605616" y="4409589"/>
            <a:ext cx="743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3.3V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094037"/>
              </p:ext>
            </p:extLst>
          </p:nvPr>
        </p:nvGraphicFramePr>
        <p:xfrm>
          <a:off x="609600" y="1295400"/>
          <a:ext cx="10972800" cy="4043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dirty="0"/>
                        <a:t>3 Stepper Motors (https://</a:t>
                      </a:r>
                      <a:r>
                        <a:rPr lang="en-US" dirty="0" err="1"/>
                        <a:t>www.amazon.com</a:t>
                      </a:r>
                      <a:r>
                        <a:rPr lang="en-US" dirty="0"/>
                        <a:t>/HiLetgo-ULN2003-28BYJ-48-Stepper-4-phase/</a:t>
                      </a:r>
                      <a:r>
                        <a:rPr lang="en-US" dirty="0" err="1"/>
                        <a:t>dp</a:t>
                      </a:r>
                      <a:r>
                        <a:rPr lang="en-US" dirty="0"/>
                        <a:t>/B00LPK0E5A/)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$14.59 for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Syringes (https://</a:t>
                      </a:r>
                      <a:r>
                        <a:rPr lang="en-US" dirty="0" err="1"/>
                        <a:t>www.amazon.com</a:t>
                      </a:r>
                      <a:r>
                        <a:rPr lang="en-US" dirty="0"/>
                        <a:t>/Plastic-Syringes-Scientific-Lubricant-Supplies/</a:t>
                      </a:r>
                      <a:r>
                        <a:rPr lang="en-US" dirty="0" err="1"/>
                        <a:t>dp</a:t>
                      </a:r>
                      <a:r>
                        <a:rPr lang="en-US" dirty="0"/>
                        <a:t>/B0B68HRFZN/?</a:t>
                      </a:r>
                      <a:r>
                        <a:rPr lang="en-US" dirty="0" err="1"/>
                        <a:t>th</a:t>
                      </a:r>
                      <a:r>
                        <a:rPr lang="en-US" dirty="0"/>
                        <a:t>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 (https://</a:t>
                      </a:r>
                      <a:r>
                        <a:rPr lang="en-US" dirty="0" err="1"/>
                        <a:t>www.amazon.com</a:t>
                      </a:r>
                      <a:r>
                        <a:rPr lang="en-US" dirty="0"/>
                        <a:t>/ALAMSCN-Solderless-Breadboard-Battery-Arduino/</a:t>
                      </a:r>
                      <a:r>
                        <a:rPr lang="en-US" dirty="0" err="1"/>
                        <a:t>dp</a:t>
                      </a:r>
                      <a:r>
                        <a:rPr lang="en-US" dirty="0"/>
                        <a:t>/B08JYPMCZY/)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Battery (9V)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9011</TotalTime>
  <Words>261</Words>
  <Application>Microsoft Macintosh PowerPoint</Application>
  <PresentationFormat>Widescreen</PresentationFormat>
  <Paragraphs>67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Automated Western Blot Washing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Miller Harris</cp:lastModifiedBy>
  <cp:revision>416</cp:revision>
  <dcterms:created xsi:type="dcterms:W3CDTF">2018-01-09T20:24:50Z</dcterms:created>
  <dcterms:modified xsi:type="dcterms:W3CDTF">2026-02-23T03:25:34Z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